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0c41ac1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0c41ac1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80c41ac1e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80c41ac1e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Segments minus 1 diamond plus 2 big pie. Theta inside, phi outside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0c41ac1e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0c41ac1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Segments minus 1 diamond plus 2 big pie. Theta inside, phi outside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80c41ac1e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80c41ac1e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0c41ac1e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0c41ac1e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4bde534c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4bde534c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e9d9620d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e9d9620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Intersection of spheres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e9d9620d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e9d9620d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Intersection of spheres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cd8c197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cd8c197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Intersection of spheres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e9d9620d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e9d9620d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Intersection of spheres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e9d962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e9d962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4bde534c9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4bde534c9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Doodles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9951d9b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9951d9b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</a:t>
            </a:r>
            <a:r>
              <a:rPr lang="en"/>
              <a:t> Intersection of spheres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e9d9620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e9d9620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Intersection of spheres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4bde534c9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54bde534c9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9951d9bf6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59951d9bf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Doodles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476f551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5476f551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Doodles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9951d9bf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59951d9bf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Rips Intersection of spheres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4bde534c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54bde534c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Rips Intersection of spheres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48e577f9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48e577f9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476f551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5476f551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54bde534c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54bde534c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Rips Intersection of spheres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5476f5519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5476f5519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Segments minus 1 diamond plus 2 big pie. Theta inside, phi outside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548e577f9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548e577f9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5476f551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5476f551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Rips </a:t>
            </a:r>
            <a:r>
              <a:rPr lang="en">
                <a:solidFill>
                  <a:schemeClr val="dk1"/>
                </a:solidFill>
              </a:rPr>
              <a:t>Intersection of spheres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5476f5519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5476f5519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quadrants minus diamond plus 2 big pies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54bde534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54bde534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548e577f9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548e577f9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quadrants minus diamond plus 2 big pies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548e577f9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548e577f9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Cech quadrants minus diamond plus 2 big pies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Reasoning </a:t>
            </a:r>
            <a:r>
              <a:rPr lang="en"/>
              <a:t>about</a:t>
            </a:r>
            <a:r>
              <a:rPr lang="en"/>
              <a:t> Dominance: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green area dominates in high dimensions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 flipH="1" rot="10800000">
            <a:off x="1828800" y="57150"/>
            <a:ext cx="5486400" cy="5486400"/>
          </a:xfrm>
          <a:prstGeom prst="pie">
            <a:avLst>
              <a:gd fmla="val 549895" name="adj1"/>
              <a:gd fmla="val 10235574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 flipH="1" rot="10800000">
            <a:off x="1828800" y="-400050"/>
            <a:ext cx="5486400" cy="5486400"/>
          </a:xfrm>
          <a:prstGeom prst="arc">
            <a:avLst>
              <a:gd fmla="val 11407703" name="adj1"/>
              <a:gd fmla="val 2096767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828800" y="57150"/>
            <a:ext cx="5486400" cy="5486400"/>
          </a:xfrm>
          <a:prstGeom prst="arc">
            <a:avLst>
              <a:gd fmla="val 11354743" name="adj1"/>
              <a:gd fmla="val 21015288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200400" y="9715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200400" y="14287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1828800" y="-400050"/>
            <a:ext cx="5486400" cy="5486400"/>
          </a:xfrm>
          <a:prstGeom prst="pie">
            <a:avLst>
              <a:gd fmla="val 618728" name="adj1"/>
              <a:gd fmla="val 10206235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553712" y="1200150"/>
            <a:ext cx="2743200" cy="2743200"/>
          </a:xfrm>
          <a:prstGeom prst="pie">
            <a:avLst>
              <a:gd fmla="val 21063372" name="adj1"/>
              <a:gd fmla="val 662374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847088" y="1200150"/>
            <a:ext cx="2743200" cy="2743200"/>
          </a:xfrm>
          <a:prstGeom prst="pie">
            <a:avLst>
              <a:gd fmla="val 10184036" name="adj1"/>
              <a:gd fmla="val 1134971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828800" y="-1035600"/>
            <a:ext cx="5486400" cy="5486400"/>
          </a:xfrm>
          <a:prstGeom prst="pie">
            <a:avLst>
              <a:gd fmla="val 2807590" name="adj1"/>
              <a:gd fmla="val 7984303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2807590" name="adj1"/>
              <a:gd fmla="val 7984303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126475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 flipH="1">
            <a:off x="2275750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4126475" y="1347725"/>
            <a:ext cx="2743200" cy="2743200"/>
          </a:xfrm>
          <a:prstGeom prst="pie">
            <a:avLst>
              <a:gd fmla="val 18879298" name="adj1"/>
              <a:gd fmla="val 272184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262850" y="1347725"/>
            <a:ext cx="2743200" cy="2743200"/>
          </a:xfrm>
          <a:prstGeom prst="pie">
            <a:avLst>
              <a:gd fmla="val 8046471" name="adj1"/>
              <a:gd fmla="val 1357322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4274250" y="3186775"/>
            <a:ext cx="595500" cy="1082850"/>
            <a:chOff x="4274250" y="3186775"/>
            <a:chExt cx="595500" cy="1082850"/>
          </a:xfrm>
        </p:grpSpPr>
        <p:sp>
          <p:nvSpPr>
            <p:cNvPr id="82" name="Google Shape;82;p15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4755842" name="adj1"/>
                <a:gd fmla="val 1759316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4437450" y="3186775"/>
              <a:ext cx="35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</a:t>
              </a:r>
              <a:endParaRPr sz="2000"/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5104650" y="2385675"/>
            <a:ext cx="882200" cy="727500"/>
            <a:chOff x="4274250" y="3542125"/>
            <a:chExt cx="882200" cy="727500"/>
          </a:xfrm>
        </p:grpSpPr>
        <p:sp>
          <p:nvSpPr>
            <p:cNvPr id="85" name="Google Shape;85;p15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9565998" name="adj1"/>
                <a:gd fmla="val 1784435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4803050" y="3629475"/>
              <a:ext cx="35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φ</a:t>
              </a:r>
              <a:endParaRPr sz="20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1828800" y="-1314450"/>
            <a:ext cx="5486400" cy="5486400"/>
          </a:xfrm>
          <a:prstGeom prst="pie">
            <a:avLst>
              <a:gd fmla="val 3382911" name="adj1"/>
              <a:gd fmla="val 7408038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3406945" name="adj1"/>
              <a:gd fmla="val 7418554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200400" y="571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4185721" name="adj1"/>
              <a:gd fmla="val 18193055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 flipH="1" rot="10800000">
            <a:off x="1828800" y="-1314450"/>
            <a:ext cx="5486400" cy="5486400"/>
          </a:xfrm>
          <a:prstGeom prst="arc">
            <a:avLst>
              <a:gd fmla="val 14199735" name="adj1"/>
              <a:gd fmla="val 18229765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445250" y="1200150"/>
            <a:ext cx="2743200" cy="2743200"/>
          </a:xfrm>
          <a:prstGeom prst="pie">
            <a:avLst>
              <a:gd fmla="val 7393448" name="adj1"/>
              <a:gd fmla="val 14172898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 flipH="1">
            <a:off x="3969250" y="1200150"/>
            <a:ext cx="2743200" cy="2743200"/>
          </a:xfrm>
          <a:prstGeom prst="pie">
            <a:avLst>
              <a:gd fmla="val 7398933" name="adj1"/>
              <a:gd fmla="val 14218730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3200400" y="102817"/>
            <a:ext cx="2457000" cy="246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200400" y="2577383"/>
            <a:ext cx="2457000" cy="246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 flipH="1">
            <a:off x="3212280" y="1338253"/>
            <a:ext cx="2457000" cy="2463300"/>
          </a:xfrm>
          <a:prstGeom prst="pie">
            <a:avLst>
              <a:gd fmla="val 5481158" name="adj1"/>
              <a:gd fmla="val 5451559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PRUV Talk: how we describe the volumes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541550" y="1632825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3200400" y="2233425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200400" y="291975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541550" y="3574272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19"/>
          <p:cNvCxnSpPr/>
          <p:nvPr/>
        </p:nvCxnSpPr>
        <p:spPr>
          <a:xfrm flipH="1">
            <a:off x="4600950" y="1686222"/>
            <a:ext cx="3000" cy="192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" name="Google Shape;120;p19"/>
          <p:cNvSpPr txBox="1"/>
          <p:nvPr/>
        </p:nvSpPr>
        <p:spPr>
          <a:xfrm>
            <a:off x="4351410" y="2492175"/>
            <a:ext cx="2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21" name="Google Shape;121;p19"/>
          <p:cNvCxnSpPr/>
          <p:nvPr/>
        </p:nvCxnSpPr>
        <p:spPr>
          <a:xfrm flipH="1">
            <a:off x="4609700" y="2925225"/>
            <a:ext cx="1167600" cy="6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" name="Google Shape;122;p19"/>
          <p:cNvSpPr txBox="1"/>
          <p:nvPr/>
        </p:nvSpPr>
        <p:spPr>
          <a:xfrm>
            <a:off x="5072750" y="2925235"/>
            <a:ext cx="24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3200400" y="291975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3200400" y="2233425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4541550" y="1632825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4541550" y="3574272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73498" name="adj1"/>
              <a:gd fmla="val 20356865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98780" name="adj1"/>
              <a:gd fmla="val 20308319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 flipH="1" rot="10800000">
            <a:off x="4123944" y="1344168"/>
            <a:ext cx="2743200" cy="2743200"/>
          </a:xfrm>
          <a:prstGeom prst="arc">
            <a:avLst>
              <a:gd fmla="val 19022728" name="adj1"/>
              <a:gd fmla="val 258023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 rot="10800000">
            <a:off x="2267712" y="1344168"/>
            <a:ext cx="2743200" cy="2743200"/>
          </a:xfrm>
          <a:prstGeom prst="arc">
            <a:avLst>
              <a:gd fmla="val 18822597" name="adj1"/>
              <a:gd fmla="val 2676543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73498" name="adj1"/>
              <a:gd fmla="val 20356865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98780" name="adj1"/>
              <a:gd fmla="val 20308319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 flipH="1" rot="10800000">
            <a:off x="4123944" y="1344168"/>
            <a:ext cx="2743200" cy="2743200"/>
          </a:xfrm>
          <a:prstGeom prst="arc">
            <a:avLst>
              <a:gd fmla="val 19022728" name="adj1"/>
              <a:gd fmla="val 258023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10800000">
            <a:off x="2267712" y="1344168"/>
            <a:ext cx="2743200" cy="2743200"/>
          </a:xfrm>
          <a:prstGeom prst="arc">
            <a:avLst>
              <a:gd fmla="val 18822597" name="adj1"/>
              <a:gd fmla="val 2676543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4511100" y="1632825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4511100" y="3574272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3557400" y="2772472"/>
            <a:ext cx="121800" cy="121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6936675" y="2654872"/>
            <a:ext cx="121800" cy="1218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 rot="2392376">
            <a:off x="3950056" y="1920109"/>
            <a:ext cx="1241485" cy="1489583"/>
          </a:xfrm>
          <a:prstGeom prst="rtTriangle">
            <a:avLst/>
          </a:prstGeom>
          <a:solidFill>
            <a:srgbClr val="F4CCCC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21"/>
          <p:cNvCxnSpPr/>
          <p:nvPr/>
        </p:nvCxnSpPr>
        <p:spPr>
          <a:xfrm>
            <a:off x="4572000" y="1695450"/>
            <a:ext cx="2425500" cy="10221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1"/>
          <p:cNvCxnSpPr/>
          <p:nvPr/>
        </p:nvCxnSpPr>
        <p:spPr>
          <a:xfrm flipH="1" rot="10800000">
            <a:off x="4572000" y="2717547"/>
            <a:ext cx="2425500" cy="919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73498" name="adj1"/>
              <a:gd fmla="val 20356865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98780" name="adj1"/>
              <a:gd fmla="val 12092283" name="adj2"/>
            </a:avLst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 flipH="1" rot="10800000">
            <a:off x="4123944" y="1344168"/>
            <a:ext cx="2743200" cy="2743200"/>
          </a:xfrm>
          <a:prstGeom prst="arc">
            <a:avLst>
              <a:gd fmla="val 19022728" name="adj1"/>
              <a:gd fmla="val 258023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22"/>
          <p:cNvCxnSpPr/>
          <p:nvPr/>
        </p:nvCxnSpPr>
        <p:spPr>
          <a:xfrm flipH="1" rot="10800000">
            <a:off x="4569750" y="233175"/>
            <a:ext cx="4500" cy="548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955325" y="2715775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2"/>
          <p:cNvCxnSpPr>
            <a:endCxn id="162" idx="2"/>
          </p:cNvCxnSpPr>
          <p:nvPr/>
        </p:nvCxnSpPr>
        <p:spPr>
          <a:xfrm>
            <a:off x="6483338" y="1736985"/>
            <a:ext cx="11400" cy="192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" name="Google Shape;166;p22"/>
          <p:cNvSpPr txBox="1"/>
          <p:nvPr/>
        </p:nvSpPr>
        <p:spPr>
          <a:xfrm>
            <a:off x="8095050" y="2577175"/>
            <a:ext cx="4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x</a:t>
            </a:r>
            <a:endParaRPr sz="2000"/>
          </a:p>
        </p:txBody>
      </p:sp>
      <p:sp>
        <p:nvSpPr>
          <p:cNvPr id="167" name="Google Shape;167;p22"/>
          <p:cNvSpPr/>
          <p:nvPr/>
        </p:nvSpPr>
        <p:spPr>
          <a:xfrm rot="10800000">
            <a:off x="2267712" y="1344168"/>
            <a:ext cx="2743200" cy="2743200"/>
          </a:xfrm>
          <a:prstGeom prst="arc">
            <a:avLst>
              <a:gd fmla="val 18822597" name="adj1"/>
              <a:gd fmla="val 2676543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2"/>
          <p:cNvCxnSpPr>
            <a:stCxn id="161" idx="2"/>
          </p:cNvCxnSpPr>
          <p:nvPr/>
        </p:nvCxnSpPr>
        <p:spPr>
          <a:xfrm flipH="1">
            <a:off x="4554907" y="1775592"/>
            <a:ext cx="19533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2"/>
          <p:cNvSpPr/>
          <p:nvPr/>
        </p:nvSpPr>
        <p:spPr>
          <a:xfrm>
            <a:off x="4511100" y="1632825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4511100" y="3574272"/>
            <a:ext cx="121800" cy="12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6230275" y="2715775"/>
            <a:ext cx="34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100" y="2723163"/>
            <a:ext cx="601900" cy="2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74946" t="10"/>
          <a:stretch/>
        </p:blipFill>
        <p:spPr>
          <a:xfrm>
            <a:off x="5396325" y="2471450"/>
            <a:ext cx="150800" cy="2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 b="6" l="74946" r="12747" t="39285"/>
          <a:stretch/>
        </p:blipFill>
        <p:spPr>
          <a:xfrm>
            <a:off x="4437013" y="2571750"/>
            <a:ext cx="74076" cy="1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VoR Čech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3200450" y="2347250"/>
            <a:ext cx="2743200" cy="2743200"/>
          </a:xfrm>
          <a:prstGeom prst="arc">
            <a:avLst>
              <a:gd fmla="val 13580262" name="adj1"/>
              <a:gd fmla="val 1881704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 flipH="1" rot="10800000">
            <a:off x="3200400" y="336000"/>
            <a:ext cx="2743200" cy="2743200"/>
          </a:xfrm>
          <a:prstGeom prst="arc">
            <a:avLst>
              <a:gd fmla="val 13580262" name="adj1"/>
              <a:gd fmla="val 1881704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 rot="10800000">
            <a:off x="2267712" y="1344168"/>
            <a:ext cx="2743200" cy="2743200"/>
          </a:xfrm>
          <a:prstGeom prst="arc">
            <a:avLst>
              <a:gd fmla="val 18822597" name="adj1"/>
              <a:gd fmla="val 267654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 flipH="1" rot="10800000">
            <a:off x="4123944" y="1344168"/>
            <a:ext cx="2743200" cy="2743200"/>
          </a:xfrm>
          <a:prstGeom prst="arc">
            <a:avLst>
              <a:gd fmla="val 19022728" name="adj1"/>
              <a:gd fmla="val 2580234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4"/>
          <p:cNvCxnSpPr>
            <a:stCxn id="191" idx="2"/>
            <a:endCxn id="193" idx="7"/>
          </p:cNvCxnSpPr>
          <p:nvPr/>
        </p:nvCxnSpPr>
        <p:spPr>
          <a:xfrm flipH="1">
            <a:off x="4623905" y="1780271"/>
            <a:ext cx="1874700" cy="19191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4"/>
          <p:cNvCxnSpPr/>
          <p:nvPr/>
        </p:nvCxnSpPr>
        <p:spPr>
          <a:xfrm>
            <a:off x="2655880" y="1780271"/>
            <a:ext cx="980400" cy="92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4"/>
          <p:cNvCxnSpPr/>
          <p:nvPr/>
        </p:nvCxnSpPr>
        <p:spPr>
          <a:xfrm>
            <a:off x="5518205" y="2700671"/>
            <a:ext cx="980400" cy="92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4"/>
          <p:cNvCxnSpPr/>
          <p:nvPr/>
        </p:nvCxnSpPr>
        <p:spPr>
          <a:xfrm flipH="1">
            <a:off x="2655880" y="2700671"/>
            <a:ext cx="980400" cy="92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7" name="Google Shape;197;p24"/>
          <p:cNvSpPr/>
          <p:nvPr/>
        </p:nvSpPr>
        <p:spPr>
          <a:xfrm>
            <a:off x="4572000" y="1632825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4572000" y="3690225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4"/>
          <p:cNvCxnSpPr/>
          <p:nvPr/>
        </p:nvCxnSpPr>
        <p:spPr>
          <a:xfrm flipH="1">
            <a:off x="4599432" y="1671575"/>
            <a:ext cx="1800" cy="20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4"/>
          <p:cNvCxnSpPr/>
          <p:nvPr/>
        </p:nvCxnSpPr>
        <p:spPr>
          <a:xfrm>
            <a:off x="4589025" y="2733675"/>
            <a:ext cx="9144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0" name="Google Shape;200;p24"/>
          <p:cNvSpPr txBox="1"/>
          <p:nvPr/>
        </p:nvSpPr>
        <p:spPr>
          <a:xfrm>
            <a:off x="5135400" y="3113175"/>
            <a:ext cx="2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</a:t>
            </a:r>
            <a:endParaRPr b="1"/>
          </a:p>
        </p:txBody>
      </p:sp>
      <p:sp>
        <p:nvSpPr>
          <p:cNvPr id="201" name="Google Shape;201;p24"/>
          <p:cNvSpPr txBox="1"/>
          <p:nvPr/>
        </p:nvSpPr>
        <p:spPr>
          <a:xfrm>
            <a:off x="4315950" y="2492175"/>
            <a:ext cx="2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</a:t>
            </a:r>
            <a:endParaRPr b="1"/>
          </a:p>
        </p:txBody>
      </p:sp>
      <p:sp>
        <p:nvSpPr>
          <p:cNvPr id="202" name="Google Shape;202;p24"/>
          <p:cNvSpPr txBox="1"/>
          <p:nvPr/>
        </p:nvSpPr>
        <p:spPr>
          <a:xfrm>
            <a:off x="4575725" y="3232475"/>
            <a:ext cx="3078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φ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2782334" name="adj1"/>
              <a:gd fmla="val 8002921" name="adj2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5"/>
          <p:cNvCxnSpPr/>
          <p:nvPr/>
        </p:nvCxnSpPr>
        <p:spPr>
          <a:xfrm>
            <a:off x="2028975" y="2713900"/>
            <a:ext cx="5130600" cy="25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13" name="Google Shape;213;p25"/>
          <p:cNvGrpSpPr/>
          <p:nvPr/>
        </p:nvGrpSpPr>
        <p:grpSpPr>
          <a:xfrm>
            <a:off x="4274250" y="3034375"/>
            <a:ext cx="813900" cy="1082850"/>
            <a:chOff x="4274250" y="3186775"/>
            <a:chExt cx="813900" cy="1082850"/>
          </a:xfrm>
        </p:grpSpPr>
        <p:sp>
          <p:nvSpPr>
            <p:cNvPr id="214" name="Google Shape;214;p25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6402875" name="adj1"/>
                <a:gd fmla="val 18396948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5"/>
            <p:cNvSpPr txBox="1"/>
            <p:nvPr/>
          </p:nvSpPr>
          <p:spPr>
            <a:xfrm>
              <a:off x="4589850" y="3186775"/>
              <a:ext cx="498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φ</a:t>
              </a:r>
              <a:endParaRPr sz="2000"/>
            </a:p>
          </p:txBody>
        </p:sp>
      </p:grpSp>
      <p:cxnSp>
        <p:nvCxnSpPr>
          <p:cNvPr id="216" name="Google Shape;216;p25"/>
          <p:cNvCxnSpPr/>
          <p:nvPr/>
        </p:nvCxnSpPr>
        <p:spPr>
          <a:xfrm>
            <a:off x="931650" y="37282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5"/>
          <p:cNvCxnSpPr/>
          <p:nvPr/>
        </p:nvCxnSpPr>
        <p:spPr>
          <a:xfrm flipH="1" rot="10800000">
            <a:off x="4569750" y="84675"/>
            <a:ext cx="4500" cy="365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5"/>
          <p:cNvCxnSpPr/>
          <p:nvPr/>
        </p:nvCxnSpPr>
        <p:spPr>
          <a:xfrm>
            <a:off x="931650" y="27268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5"/>
          <p:cNvSpPr/>
          <p:nvPr/>
        </p:nvSpPr>
        <p:spPr>
          <a:xfrm>
            <a:off x="4242050" y="1014200"/>
            <a:ext cx="108600" cy="171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4793350" y="1014200"/>
            <a:ext cx="108600" cy="171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126475" y="1347725"/>
            <a:ext cx="2743200" cy="2743200"/>
          </a:xfrm>
          <a:prstGeom prst="pie">
            <a:avLst>
              <a:gd fmla="val 18930323" name="adj1"/>
              <a:gd fmla="val 272184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2262850" y="1347725"/>
            <a:ext cx="2743200" cy="2743200"/>
          </a:xfrm>
          <a:prstGeom prst="pie">
            <a:avLst>
              <a:gd fmla="val 8046471" name="adj1"/>
              <a:gd fmla="val 1357322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25"/>
          <p:cNvCxnSpPr/>
          <p:nvPr/>
        </p:nvCxnSpPr>
        <p:spPr>
          <a:xfrm>
            <a:off x="6483300" y="1736875"/>
            <a:ext cx="36600" cy="19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4" name="Google Shape;224;p25"/>
          <p:cNvSpPr txBox="1"/>
          <p:nvPr/>
        </p:nvSpPr>
        <p:spPr>
          <a:xfrm>
            <a:off x="5088150" y="3033850"/>
            <a:ext cx="24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4674500" y="2621125"/>
            <a:ext cx="7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r(sinφ)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5675200" y="2633650"/>
            <a:ext cx="163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r(sinφ)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5850150" y="1890850"/>
            <a:ext cx="24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cxnSp>
        <p:nvCxnSpPr>
          <p:cNvPr id="228" name="Google Shape;228;p25"/>
          <p:cNvCxnSpPr/>
          <p:nvPr/>
        </p:nvCxnSpPr>
        <p:spPr>
          <a:xfrm flipH="1" rot="10800000">
            <a:off x="5484150" y="84675"/>
            <a:ext cx="4500" cy="365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9" name="Google Shape;229;p25"/>
          <p:cNvSpPr txBox="1"/>
          <p:nvPr/>
        </p:nvSpPr>
        <p:spPr>
          <a:xfrm>
            <a:off x="8095050" y="2577175"/>
            <a:ext cx="4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x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/>
          <p:nvPr/>
        </p:nvSpPr>
        <p:spPr>
          <a:xfrm flipH="1" rot="10800000">
            <a:off x="4123944" y="1344168"/>
            <a:ext cx="2743200" cy="2743200"/>
          </a:xfrm>
          <a:prstGeom prst="arc">
            <a:avLst>
              <a:gd fmla="val 19022728" name="adj1"/>
              <a:gd fmla="val 2580234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26"/>
          <p:cNvCxnSpPr/>
          <p:nvPr/>
        </p:nvCxnSpPr>
        <p:spPr>
          <a:xfrm flipH="1" rot="10800000">
            <a:off x="4569750" y="233175"/>
            <a:ext cx="4500" cy="548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955325" y="2715775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6"/>
          <p:cNvCxnSpPr>
            <a:endCxn id="236" idx="2"/>
          </p:cNvCxnSpPr>
          <p:nvPr/>
        </p:nvCxnSpPr>
        <p:spPr>
          <a:xfrm>
            <a:off x="6483338" y="1736985"/>
            <a:ext cx="11400" cy="192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/>
        </p:nvSpPr>
        <p:spPr>
          <a:xfrm>
            <a:off x="8095050" y="2577175"/>
            <a:ext cx="4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x</a:t>
            </a:r>
            <a:endParaRPr sz="2000"/>
          </a:p>
        </p:txBody>
      </p:sp>
      <p:sp>
        <p:nvSpPr>
          <p:cNvPr id="241" name="Google Shape;241;p26"/>
          <p:cNvSpPr/>
          <p:nvPr/>
        </p:nvSpPr>
        <p:spPr>
          <a:xfrm rot="10800000">
            <a:off x="2267712" y="1344168"/>
            <a:ext cx="2743200" cy="2743200"/>
          </a:xfrm>
          <a:prstGeom prst="arc">
            <a:avLst>
              <a:gd fmla="val 18822597" name="adj1"/>
              <a:gd fmla="val 267654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6"/>
          <p:cNvCxnSpPr>
            <a:stCxn id="235" idx="2"/>
          </p:cNvCxnSpPr>
          <p:nvPr/>
        </p:nvCxnSpPr>
        <p:spPr>
          <a:xfrm flipH="1">
            <a:off x="4554907" y="1775592"/>
            <a:ext cx="19533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6"/>
          <p:cNvSpPr/>
          <p:nvPr/>
        </p:nvSpPr>
        <p:spPr>
          <a:xfrm>
            <a:off x="4342400" y="161125"/>
            <a:ext cx="603300" cy="376200"/>
          </a:xfrm>
          <a:prstGeom prst="curvedLeftArrow">
            <a:avLst>
              <a:gd fmla="val 9011" name="adj1"/>
              <a:gd fmla="val 44334" name="adj2"/>
              <a:gd fmla="val 43235" name="adj3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202124"/>
              </a:highlight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4541550" y="1632825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>
            <a:off x="4541550" y="3574272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VoR Rips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73498" name="adj1"/>
              <a:gd fmla="val 20356865" name="adj2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98780" name="adj1"/>
              <a:gd fmla="val 20308319" name="adj2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28"/>
          <p:cNvCxnSpPr/>
          <p:nvPr/>
        </p:nvCxnSpPr>
        <p:spPr>
          <a:xfrm>
            <a:off x="2022255" y="2719502"/>
            <a:ext cx="2586900" cy="9795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8"/>
          <p:cNvSpPr/>
          <p:nvPr/>
        </p:nvSpPr>
        <p:spPr>
          <a:xfrm>
            <a:off x="4572000" y="1632825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4572000" y="3690225"/>
            <a:ext cx="60900" cy="61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8"/>
          <p:cNvCxnSpPr/>
          <p:nvPr/>
        </p:nvCxnSpPr>
        <p:spPr>
          <a:xfrm flipH="1">
            <a:off x="4599432" y="1671575"/>
            <a:ext cx="1800" cy="20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3" name="Google Shape;263;p28"/>
          <p:cNvSpPr txBox="1"/>
          <p:nvPr/>
        </p:nvSpPr>
        <p:spPr>
          <a:xfrm>
            <a:off x="5745000" y="28083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r>
              <a:rPr b="1" lang="en"/>
              <a:t>r</a:t>
            </a:r>
            <a:endParaRPr b="1"/>
          </a:p>
        </p:txBody>
      </p:sp>
      <p:sp>
        <p:nvSpPr>
          <p:cNvPr id="264" name="Google Shape;264;p28"/>
          <p:cNvSpPr txBox="1"/>
          <p:nvPr/>
        </p:nvSpPr>
        <p:spPr>
          <a:xfrm>
            <a:off x="4315950" y="2492175"/>
            <a:ext cx="2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</a:t>
            </a:r>
            <a:endParaRPr b="1"/>
          </a:p>
        </p:txBody>
      </p:sp>
      <p:cxnSp>
        <p:nvCxnSpPr>
          <p:cNvPr id="265" name="Google Shape;265;p28"/>
          <p:cNvCxnSpPr/>
          <p:nvPr/>
        </p:nvCxnSpPr>
        <p:spPr>
          <a:xfrm flipH="1">
            <a:off x="4623930" y="2714234"/>
            <a:ext cx="2499900" cy="9849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8"/>
          <p:cNvCxnSpPr>
            <a:endCxn id="256" idx="0"/>
          </p:cNvCxnSpPr>
          <p:nvPr/>
        </p:nvCxnSpPr>
        <p:spPr>
          <a:xfrm flipH="1">
            <a:off x="2022255" y="1652702"/>
            <a:ext cx="2586900" cy="1066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8"/>
          <p:cNvCxnSpPr>
            <a:endCxn id="256" idx="2"/>
          </p:cNvCxnSpPr>
          <p:nvPr/>
        </p:nvCxnSpPr>
        <p:spPr>
          <a:xfrm>
            <a:off x="4613130" y="1652834"/>
            <a:ext cx="2510700" cy="1061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1295837" name="adj1"/>
              <a:gd fmla="val 9523817" name="adj2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29"/>
          <p:cNvCxnSpPr/>
          <p:nvPr/>
        </p:nvCxnSpPr>
        <p:spPr>
          <a:xfrm>
            <a:off x="2028975" y="2713900"/>
            <a:ext cx="5130600" cy="25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78" name="Google Shape;278;p29"/>
          <p:cNvGrpSpPr/>
          <p:nvPr/>
        </p:nvGrpSpPr>
        <p:grpSpPr>
          <a:xfrm>
            <a:off x="4274250" y="3186775"/>
            <a:ext cx="813900" cy="1082850"/>
            <a:chOff x="4274250" y="3186775"/>
            <a:chExt cx="813900" cy="1082850"/>
          </a:xfrm>
        </p:grpSpPr>
        <p:sp>
          <p:nvSpPr>
            <p:cNvPr id="279" name="Google Shape;279;p29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6402875" name="adj1"/>
                <a:gd fmla="val 18396948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9"/>
            <p:cNvSpPr txBox="1"/>
            <p:nvPr/>
          </p:nvSpPr>
          <p:spPr>
            <a:xfrm>
              <a:off x="4589850" y="3186775"/>
              <a:ext cx="498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</a:t>
              </a:r>
              <a:endParaRPr sz="2000"/>
            </a:p>
          </p:txBody>
        </p:sp>
      </p:grpSp>
      <p:cxnSp>
        <p:nvCxnSpPr>
          <p:cNvPr id="281" name="Google Shape;281;p29"/>
          <p:cNvCxnSpPr/>
          <p:nvPr/>
        </p:nvCxnSpPr>
        <p:spPr>
          <a:xfrm>
            <a:off x="931650" y="37282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82" name="Google Shape;282;p29"/>
          <p:cNvSpPr txBox="1"/>
          <p:nvPr/>
        </p:nvSpPr>
        <p:spPr>
          <a:xfrm>
            <a:off x="5850150" y="3110050"/>
            <a:ext cx="49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</a:t>
            </a: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3716550" y="3033850"/>
            <a:ext cx="9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2r(cosθ)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5539975" y="2371650"/>
            <a:ext cx="8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2r(sin</a:t>
            </a:r>
            <a:r>
              <a:rPr lang="en">
                <a:solidFill>
                  <a:schemeClr val="dk1"/>
                </a:solidFill>
              </a:rPr>
              <a:t>θ)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1295837" name="adj1"/>
              <a:gd fmla="val 9523817" name="adj2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30"/>
          <p:cNvCxnSpPr/>
          <p:nvPr/>
        </p:nvCxnSpPr>
        <p:spPr>
          <a:xfrm>
            <a:off x="2028975" y="2713900"/>
            <a:ext cx="5130600" cy="25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30"/>
          <p:cNvGrpSpPr/>
          <p:nvPr/>
        </p:nvGrpSpPr>
        <p:grpSpPr>
          <a:xfrm>
            <a:off x="4274250" y="3186775"/>
            <a:ext cx="813900" cy="1082850"/>
            <a:chOff x="4274250" y="3186775"/>
            <a:chExt cx="813900" cy="1082850"/>
          </a:xfrm>
        </p:grpSpPr>
        <p:sp>
          <p:nvSpPr>
            <p:cNvPr id="296" name="Google Shape;296;p30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6402875" name="adj1"/>
                <a:gd fmla="val 18396948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 txBox="1"/>
            <p:nvPr/>
          </p:nvSpPr>
          <p:spPr>
            <a:xfrm>
              <a:off x="4589850" y="3186775"/>
              <a:ext cx="498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</a:t>
              </a:r>
              <a:endParaRPr sz="2000"/>
            </a:p>
          </p:txBody>
        </p:sp>
      </p:grpSp>
      <p:cxnSp>
        <p:nvCxnSpPr>
          <p:cNvPr id="298" name="Google Shape;298;p30"/>
          <p:cNvCxnSpPr/>
          <p:nvPr/>
        </p:nvCxnSpPr>
        <p:spPr>
          <a:xfrm>
            <a:off x="931650" y="37282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0"/>
          <p:cNvCxnSpPr/>
          <p:nvPr/>
        </p:nvCxnSpPr>
        <p:spPr>
          <a:xfrm flipH="1" rot="10800000">
            <a:off x="4569750" y="84675"/>
            <a:ext cx="4500" cy="365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0"/>
          <p:cNvCxnSpPr/>
          <p:nvPr/>
        </p:nvCxnSpPr>
        <p:spPr>
          <a:xfrm>
            <a:off x="931650" y="27268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30"/>
          <p:cNvSpPr/>
          <p:nvPr/>
        </p:nvSpPr>
        <p:spPr>
          <a:xfrm>
            <a:off x="4242050" y="1014200"/>
            <a:ext cx="108600" cy="171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4793350" y="1014200"/>
            <a:ext cx="108600" cy="171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8095050" y="2577175"/>
            <a:ext cx="4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x</a:t>
            </a:r>
            <a:endParaRPr sz="2000"/>
          </a:p>
        </p:txBody>
      </p:sp>
      <p:sp>
        <p:nvSpPr>
          <p:cNvPr id="304" name="Google Shape;304;p30"/>
          <p:cNvSpPr txBox="1"/>
          <p:nvPr/>
        </p:nvSpPr>
        <p:spPr>
          <a:xfrm>
            <a:off x="5850150" y="3110050"/>
            <a:ext cx="49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3716550" y="3033850"/>
            <a:ext cx="9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2r(cosθ)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5539975" y="2371650"/>
            <a:ext cx="8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2r(sin</a:t>
            </a:r>
            <a:r>
              <a:rPr lang="en">
                <a:solidFill>
                  <a:schemeClr val="dk1"/>
                </a:solidFill>
              </a:rPr>
              <a:t>θ)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/>
          <p:nvPr/>
        </p:nvSpPr>
        <p:spPr>
          <a:xfrm>
            <a:off x="1828800" y="-14950"/>
            <a:ext cx="5486400" cy="5486400"/>
          </a:xfrm>
          <a:prstGeom prst="arc">
            <a:avLst>
              <a:gd fmla="val 10694687" name="adj1"/>
              <a:gd fmla="val 24867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 flipH="1" rot="10800000">
            <a:off x="1828800" y="-45000"/>
            <a:ext cx="5486400" cy="5486400"/>
          </a:xfrm>
          <a:prstGeom prst="arc">
            <a:avLst>
              <a:gd fmla="val 10808079" name="adj1"/>
              <a:gd fmla="val 2153126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1828800" y="-14950"/>
            <a:ext cx="5486400" cy="5486400"/>
          </a:xfrm>
          <a:prstGeom prst="pie">
            <a:avLst>
              <a:gd fmla="val 1295837" name="adj1"/>
              <a:gd fmla="val 9523817" name="adj2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3200400" y="13566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31"/>
          <p:cNvCxnSpPr/>
          <p:nvPr/>
        </p:nvCxnSpPr>
        <p:spPr>
          <a:xfrm>
            <a:off x="2028975" y="2713900"/>
            <a:ext cx="5130600" cy="25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1"/>
          <p:cNvCxnSpPr/>
          <p:nvPr/>
        </p:nvCxnSpPr>
        <p:spPr>
          <a:xfrm flipH="1" rot="10800000">
            <a:off x="4569750" y="84675"/>
            <a:ext cx="4500" cy="365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1"/>
          <p:cNvCxnSpPr/>
          <p:nvPr/>
        </p:nvCxnSpPr>
        <p:spPr>
          <a:xfrm>
            <a:off x="931650" y="2726800"/>
            <a:ext cx="728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31"/>
          <p:cNvSpPr/>
          <p:nvPr/>
        </p:nvSpPr>
        <p:spPr>
          <a:xfrm>
            <a:off x="4793350" y="0"/>
            <a:ext cx="108600" cy="27270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/>
          <p:nvPr/>
        </p:nvSpPr>
        <p:spPr>
          <a:xfrm>
            <a:off x="4242050" y="0"/>
            <a:ext cx="108600" cy="27270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in r, 2r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84577" name="adj1"/>
              <a:gd fmla="val 2031323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3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3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4126475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 flipH="1">
            <a:off x="2275775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9530135" name="adj1"/>
              <a:gd fmla="val 9504648" name="adj2"/>
            </a:avLst>
          </a:prstGeom>
          <a:noFill/>
          <a:ln cap="flat" cmpd="sng" w="9525">
            <a:solidFill>
              <a:srgbClr val="38761D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"/>
          <p:cNvSpPr/>
          <p:nvPr/>
        </p:nvSpPr>
        <p:spPr>
          <a:xfrm>
            <a:off x="1828800" y="-1035600"/>
            <a:ext cx="5486400" cy="5486400"/>
          </a:xfrm>
          <a:prstGeom prst="pie">
            <a:avLst>
              <a:gd fmla="val 9507910" name="adj1"/>
              <a:gd fmla="val 9504648" name="adj2"/>
            </a:avLst>
          </a:prstGeom>
          <a:noFill/>
          <a:ln cap="flat" cmpd="sng" w="9525">
            <a:solidFill>
              <a:srgbClr val="38761D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1295837" name="adj1"/>
              <a:gd fmla="val 9504648" name="adj2"/>
            </a:avLst>
          </a:prstGeom>
          <a:noFill/>
          <a:ln cap="flat" cmpd="sng" w="952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4"/>
          <p:cNvSpPr/>
          <p:nvPr/>
        </p:nvSpPr>
        <p:spPr>
          <a:xfrm>
            <a:off x="1828800" y="-1035600"/>
            <a:ext cx="5486400" cy="5486400"/>
          </a:xfrm>
          <a:prstGeom prst="pie">
            <a:avLst>
              <a:gd fmla="val 1295837" name="adj1"/>
              <a:gd fmla="val 9504648" name="adj2"/>
            </a:avLst>
          </a:prstGeom>
          <a:noFill/>
          <a:ln cap="flat" cmpd="sng" w="9525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4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2084577" name="adj1"/>
              <a:gd fmla="val 20284841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" name="Google Shape;347;p34"/>
          <p:cNvCxnSpPr/>
          <p:nvPr/>
        </p:nvCxnSpPr>
        <p:spPr>
          <a:xfrm>
            <a:off x="2028975" y="2713900"/>
            <a:ext cx="5130600" cy="25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48" name="Google Shape;348;p34"/>
          <p:cNvGrpSpPr/>
          <p:nvPr/>
        </p:nvGrpSpPr>
        <p:grpSpPr>
          <a:xfrm>
            <a:off x="4274250" y="3186775"/>
            <a:ext cx="737700" cy="1082850"/>
            <a:chOff x="4274250" y="3186775"/>
            <a:chExt cx="737700" cy="1082850"/>
          </a:xfrm>
        </p:grpSpPr>
        <p:sp>
          <p:nvSpPr>
            <p:cNvPr id="349" name="Google Shape;349;p34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3869918" name="adj1"/>
                <a:gd fmla="val 18396948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4"/>
            <p:cNvSpPr txBox="1"/>
            <p:nvPr/>
          </p:nvSpPr>
          <p:spPr>
            <a:xfrm>
              <a:off x="4513650" y="3186775"/>
              <a:ext cx="498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θ’</a:t>
              </a:r>
              <a:endParaRPr sz="200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/>
          <p:nvPr/>
        </p:nvSpPr>
        <p:spPr>
          <a:xfrm>
            <a:off x="1828800" y="-1035600"/>
            <a:ext cx="5486400" cy="5486400"/>
          </a:xfrm>
          <a:prstGeom prst="pie">
            <a:avLst>
              <a:gd fmla="val 2807590" name="adj1"/>
              <a:gd fmla="val 7984303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5"/>
          <p:cNvSpPr/>
          <p:nvPr/>
        </p:nvSpPr>
        <p:spPr>
          <a:xfrm flipH="1" rot="10800000">
            <a:off x="1828800" y="975650"/>
            <a:ext cx="5486400" cy="5486400"/>
          </a:xfrm>
          <a:prstGeom prst="pie">
            <a:avLst>
              <a:gd fmla="val 2807590" name="adj1"/>
              <a:gd fmla="val 7984303" name="adj2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3200400" y="3360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3200400" y="2347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1828800" y="975650"/>
            <a:ext cx="5486400" cy="5486400"/>
          </a:xfrm>
          <a:prstGeom prst="arc">
            <a:avLst>
              <a:gd fmla="val 13557764" name="adj1"/>
              <a:gd fmla="val 1889375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5"/>
          <p:cNvSpPr/>
          <p:nvPr/>
        </p:nvSpPr>
        <p:spPr>
          <a:xfrm flipH="1" rot="10800000">
            <a:off x="1828800" y="-1035600"/>
            <a:ext cx="5486400" cy="5486400"/>
          </a:xfrm>
          <a:prstGeom prst="arc">
            <a:avLst>
              <a:gd fmla="val 13581032" name="adj1"/>
              <a:gd fmla="val 18870007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"/>
          <p:cNvSpPr/>
          <p:nvPr/>
        </p:nvSpPr>
        <p:spPr>
          <a:xfrm>
            <a:off x="4126475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 flipH="1">
            <a:off x="2275750" y="1347725"/>
            <a:ext cx="2743200" cy="2743200"/>
          </a:xfrm>
          <a:prstGeom prst="arc">
            <a:avLst>
              <a:gd fmla="val 18972042" name="adj1"/>
              <a:gd fmla="val 27003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4126475" y="1347725"/>
            <a:ext cx="2743200" cy="2743200"/>
          </a:xfrm>
          <a:prstGeom prst="pie">
            <a:avLst>
              <a:gd fmla="val 18879298" name="adj1"/>
              <a:gd fmla="val 272184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5"/>
          <p:cNvSpPr/>
          <p:nvPr/>
        </p:nvSpPr>
        <p:spPr>
          <a:xfrm>
            <a:off x="2262850" y="1347725"/>
            <a:ext cx="2743200" cy="2743200"/>
          </a:xfrm>
          <a:prstGeom prst="pie">
            <a:avLst>
              <a:gd fmla="val 8046471" name="adj1"/>
              <a:gd fmla="val 13573223" name="adj2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35"/>
          <p:cNvGrpSpPr/>
          <p:nvPr/>
        </p:nvGrpSpPr>
        <p:grpSpPr>
          <a:xfrm>
            <a:off x="4274250" y="3186775"/>
            <a:ext cx="595500" cy="1082850"/>
            <a:chOff x="4274250" y="3186775"/>
            <a:chExt cx="595500" cy="1082850"/>
          </a:xfrm>
        </p:grpSpPr>
        <p:sp>
          <p:nvSpPr>
            <p:cNvPr id="366" name="Google Shape;366;p35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4755842" name="adj1"/>
                <a:gd fmla="val 1759316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 txBox="1"/>
            <p:nvPr/>
          </p:nvSpPr>
          <p:spPr>
            <a:xfrm>
              <a:off x="4437450" y="3186775"/>
              <a:ext cx="35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</a:t>
              </a:r>
              <a:endParaRPr sz="2000"/>
            </a:p>
          </p:txBody>
        </p:sp>
      </p:grpSp>
      <p:grpSp>
        <p:nvGrpSpPr>
          <p:cNvPr id="368" name="Google Shape;368;p35"/>
          <p:cNvGrpSpPr/>
          <p:nvPr/>
        </p:nvGrpSpPr>
        <p:grpSpPr>
          <a:xfrm>
            <a:off x="5104650" y="2385675"/>
            <a:ext cx="882200" cy="727500"/>
            <a:chOff x="4274250" y="3542125"/>
            <a:chExt cx="882200" cy="727500"/>
          </a:xfrm>
        </p:grpSpPr>
        <p:sp>
          <p:nvSpPr>
            <p:cNvPr id="369" name="Google Shape;369;p35"/>
            <p:cNvSpPr/>
            <p:nvPr/>
          </p:nvSpPr>
          <p:spPr>
            <a:xfrm>
              <a:off x="4274250" y="3542125"/>
              <a:ext cx="595500" cy="727500"/>
            </a:xfrm>
            <a:prstGeom prst="arc">
              <a:avLst>
                <a:gd fmla="val 19565998" name="adj1"/>
                <a:gd fmla="val 1784435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 txBox="1"/>
            <p:nvPr/>
          </p:nvSpPr>
          <p:spPr>
            <a:xfrm>
              <a:off x="4803050" y="3629475"/>
              <a:ext cx="35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φ</a:t>
              </a:r>
              <a:endParaRPr sz="20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in 0,r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3200400" y="8694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7"/>
          <p:cNvSpPr/>
          <p:nvPr/>
        </p:nvSpPr>
        <p:spPr>
          <a:xfrm>
            <a:off x="3200400" y="1585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7"/>
          <p:cNvSpPr/>
          <p:nvPr/>
        </p:nvSpPr>
        <p:spPr>
          <a:xfrm flipH="1" rot="10800000">
            <a:off x="1828800" y="213650"/>
            <a:ext cx="5486400" cy="5486400"/>
          </a:xfrm>
          <a:prstGeom prst="pie">
            <a:avLst>
              <a:gd fmla="val 526303" name="adj1"/>
              <a:gd fmla="val 1036448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/>
          <p:nvPr/>
        </p:nvSpPr>
        <p:spPr>
          <a:xfrm>
            <a:off x="1828800" y="-502200"/>
            <a:ext cx="5486400" cy="5486400"/>
          </a:xfrm>
          <a:prstGeom prst="pie">
            <a:avLst>
              <a:gd fmla="val 340672" name="adj1"/>
              <a:gd fmla="val 10326505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/>
          <p:nvPr/>
        </p:nvSpPr>
        <p:spPr>
          <a:xfrm>
            <a:off x="3200400" y="86940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>
            <a:off x="3200400" y="1585250"/>
            <a:ext cx="2743200" cy="274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 flipH="1" rot="10800000">
            <a:off x="1828800" y="213650"/>
            <a:ext cx="5486400" cy="5486400"/>
          </a:xfrm>
          <a:prstGeom prst="pie">
            <a:avLst>
              <a:gd fmla="val 884711" name="adj1"/>
              <a:gd fmla="val 990437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1828800" y="-502200"/>
            <a:ext cx="5486400" cy="5486400"/>
          </a:xfrm>
          <a:prstGeom prst="pie">
            <a:avLst>
              <a:gd fmla="val 918250" name="adj1"/>
              <a:gd fmla="val 989880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/>
          <p:nvPr/>
        </p:nvSpPr>
        <p:spPr>
          <a:xfrm>
            <a:off x="1883775" y="1234100"/>
            <a:ext cx="2743200" cy="2743200"/>
          </a:xfrm>
          <a:prstGeom prst="pie">
            <a:avLst>
              <a:gd fmla="val 9933676" name="adj1"/>
              <a:gd fmla="val 11740886" name="adj2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 flipH="1">
            <a:off x="4501250" y="1234100"/>
            <a:ext cx="2743200" cy="2743200"/>
          </a:xfrm>
          <a:prstGeom prst="pie">
            <a:avLst>
              <a:gd fmla="val 9933676" name="adj1"/>
              <a:gd fmla="val 11740886" name="adj2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from </a:t>
            </a:r>
            <a:r>
              <a:rPr lang="en"/>
              <a:t>literature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/>
          <p:nvPr/>
        </p:nvSpPr>
        <p:spPr>
          <a:xfrm>
            <a:off x="3316350" y="185275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0"/>
          <p:cNvSpPr/>
          <p:nvPr/>
        </p:nvSpPr>
        <p:spPr>
          <a:xfrm>
            <a:off x="2060725" y="2399517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4571975" y="2399517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40"/>
          <p:cNvCxnSpPr/>
          <p:nvPr/>
        </p:nvCxnSpPr>
        <p:spPr>
          <a:xfrm flipH="1">
            <a:off x="3338600" y="1448025"/>
            <a:ext cx="1246800" cy="22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0"/>
          <p:cNvCxnSpPr/>
          <p:nvPr/>
        </p:nvCxnSpPr>
        <p:spPr>
          <a:xfrm>
            <a:off x="4585400" y="1448025"/>
            <a:ext cx="1246800" cy="22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0"/>
          <p:cNvCxnSpPr/>
          <p:nvPr/>
        </p:nvCxnSpPr>
        <p:spPr>
          <a:xfrm>
            <a:off x="3338600" y="3740625"/>
            <a:ext cx="250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9" name="Google Shape;409;p40"/>
          <p:cNvGrpSpPr/>
          <p:nvPr/>
        </p:nvGrpSpPr>
        <p:grpSpPr>
          <a:xfrm>
            <a:off x="4274250" y="1038175"/>
            <a:ext cx="640350" cy="1205950"/>
            <a:chOff x="4274250" y="3542125"/>
            <a:chExt cx="640350" cy="1205950"/>
          </a:xfrm>
        </p:grpSpPr>
        <p:sp>
          <p:nvSpPr>
            <p:cNvPr id="410" name="Google Shape;410;p40"/>
            <p:cNvSpPr/>
            <p:nvPr/>
          </p:nvSpPr>
          <p:spPr>
            <a:xfrm flipH="1" rot="10800000">
              <a:off x="4274250" y="3542125"/>
              <a:ext cx="595500" cy="727500"/>
            </a:xfrm>
            <a:prstGeom prst="arc">
              <a:avLst>
                <a:gd fmla="val 14755842" name="adj1"/>
                <a:gd fmla="val 1759316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0"/>
            <p:cNvSpPr txBox="1"/>
            <p:nvPr/>
          </p:nvSpPr>
          <p:spPr>
            <a:xfrm>
              <a:off x="4319100" y="4255475"/>
              <a:ext cx="595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60º</a:t>
              </a:r>
              <a:endParaRPr sz="200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/>
          <p:nvPr/>
        </p:nvSpPr>
        <p:spPr>
          <a:xfrm>
            <a:off x="3392550" y="413875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1"/>
          <p:cNvSpPr/>
          <p:nvPr/>
        </p:nvSpPr>
        <p:spPr>
          <a:xfrm>
            <a:off x="2289325" y="2323317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1"/>
          <p:cNvSpPr/>
          <p:nvPr/>
        </p:nvSpPr>
        <p:spPr>
          <a:xfrm>
            <a:off x="4419575" y="2323317"/>
            <a:ext cx="2511300" cy="2558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41"/>
          <p:cNvCxnSpPr/>
          <p:nvPr/>
        </p:nvCxnSpPr>
        <p:spPr>
          <a:xfrm>
            <a:off x="4641450" y="1689375"/>
            <a:ext cx="1056900" cy="19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1"/>
          <p:cNvCxnSpPr/>
          <p:nvPr/>
        </p:nvCxnSpPr>
        <p:spPr>
          <a:xfrm>
            <a:off x="3584550" y="3646875"/>
            <a:ext cx="21270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1"/>
          <p:cNvCxnSpPr/>
          <p:nvPr/>
        </p:nvCxnSpPr>
        <p:spPr>
          <a:xfrm flipH="1">
            <a:off x="3584550" y="1689375"/>
            <a:ext cx="1056900" cy="19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2" name="Google Shape;422;p41"/>
          <p:cNvGrpSpPr/>
          <p:nvPr/>
        </p:nvGrpSpPr>
        <p:grpSpPr>
          <a:xfrm>
            <a:off x="4350450" y="1266775"/>
            <a:ext cx="595500" cy="1132750"/>
            <a:chOff x="4274250" y="3542125"/>
            <a:chExt cx="595500" cy="1132750"/>
          </a:xfrm>
        </p:grpSpPr>
        <p:sp>
          <p:nvSpPr>
            <p:cNvPr id="423" name="Google Shape;423;p41"/>
            <p:cNvSpPr/>
            <p:nvPr/>
          </p:nvSpPr>
          <p:spPr>
            <a:xfrm flipH="1" rot="10800000">
              <a:off x="4274250" y="3542125"/>
              <a:ext cx="595500" cy="727500"/>
            </a:xfrm>
            <a:prstGeom prst="arc">
              <a:avLst>
                <a:gd fmla="val 14755842" name="adj1"/>
                <a:gd fmla="val 1759316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1"/>
            <p:cNvSpPr txBox="1"/>
            <p:nvPr/>
          </p:nvSpPr>
          <p:spPr>
            <a:xfrm rot="10800000">
              <a:off x="4395300" y="4182275"/>
              <a:ext cx="35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02124"/>
                  </a:solidFill>
                </a:rPr>
                <a:t>θ</a:t>
              </a:r>
              <a:endParaRPr sz="2000"/>
            </a:p>
          </p:txBody>
        </p:sp>
      </p:grpSp>
      <p:sp>
        <p:nvSpPr>
          <p:cNvPr id="425" name="Google Shape;425;p41"/>
          <p:cNvSpPr txBox="1"/>
          <p:nvPr/>
        </p:nvSpPr>
        <p:spPr>
          <a:xfrm flipH="1">
            <a:off x="5157300" y="2361125"/>
            <a:ext cx="35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r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